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ab3a8f1-bc37-0906-e1e9-baec658acce5}">
          <p14:sldIdLst>
            <p14:sldId id="256"/>
            <p14:sldId id="257"/>
            <p14:sldId id="258"/>
          </p14:sldIdLst>
        </p14:section>
        <p14:section name="해결" id="{890e85d2-d73b-a466-45c8-c2301311e32d}">
          <p14:sldIdLst>
            <p14:sldId id="259"/>
            <p14:sldId id="260"/>
            <p14:sldId id="261"/>
            <p14:sldId id="262"/>
          </p14:sldIdLst>
        </p14:section>
        <p14:section name="시연" id="{d61b6957-aa62-c62b-8235-fb93270e9198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1c14e4c6-9ff9-2166-98ef-5fb14efd4782}">
          <p14:sldIdLst>
            <p14:sldId id="270"/>
            <p14:sldId id="271"/>
            <p14:sldId id="272"/>
          </p14:sldIdLst>
        </p14:section>
        <p14:section name="마무리" id="{baf21825-5326-ad7f-1412-f56875c94392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과거 자료 등록 — 그때 낸 실적표·회신 공문의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2432304" cy="4626864"/>
          </a:xfrm>
          <a:prstGeom prst="roundRect">
            <a:avLst>
              <a:gd name="adj" fmla="val 3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가로 펼침 실적표 → 열 매핑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공문(hwpx·docx·pdf)을 올리면 문서 안의 표를 찾아 같은 방식으로 읽고,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제출값 입력 방식 3가지 (①·③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구형식은 HWPX로 저장 후 · 스캔본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80건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 12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80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 12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 12 + 잘림 재시도 4)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2026-10-06T07:41:14Z</dcterms:created>
  <dcterms:modified xsi:type="dcterms:W3CDTF">2026-10-06T07:41:14Z</dcterms:modified>
</cp:coreProperties>
</file>