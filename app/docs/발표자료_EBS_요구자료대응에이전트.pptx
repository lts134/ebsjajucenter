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d4239c64-a291-43ed-3d8d-cba57531e0cf}">
          <p14:sldIdLst>
            <p14:sldId id="256"/>
            <p14:sldId id="257"/>
            <p14:sldId id="258"/>
          </p14:sldIdLst>
        </p14:section>
        <p14:section name="해결" id="{696b42e0-dbe2-6105-a563-c8921b858069}">
          <p14:sldIdLst>
            <p14:sldId id="259"/>
            <p14:sldId id="260"/>
            <p14:sldId id="261"/>
            <p14:sldId id="262"/>
          </p14:sldIdLst>
        </p14:section>
        <p14:section name="시연" id="{490ddc6b-5adc-3a03-0d30-5400c3362c2c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구현" id="{a7bcae9f-7699-d4b8-f08c-ae198a1b4adc}">
          <p14:sldIdLst>
            <p14:sldId id="269"/>
            <p14:sldId id="270"/>
            <p14:sldId id="271"/>
          </p14:sldIdLst>
        </p14:section>
        <p14:section name="마무리" id="{26cc1195-3759-85a0-6d51-28619ca26811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없습니다. SQLite 파일 하나가 이력 전부라서 백업이 곧 운영입니다. API는 설정 화면에서 세션 한정으로 켜고 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캡처(규칙 경로,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0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캡처(규칙 경로,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1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캡처(규칙 경로,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2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캡처(규칙 경로,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키가 없으면 키워드 검색으로 동작(캡처는 키 없는 상태)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PC 한 대에서 끝나고, API는 선택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(Windows) — run.bat 한 번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브라우저 로컬 실행</a:t>
            </a:r>
            <a:endParaRPr lang="en-US" sz="1050" dirty="0"/>
          </a:p>
        </p:txBody>
      </p:sp>
      <p:sp>
        <p:nvSpPr>
          <p:cNvPr id="8" name="arch-추출·정규화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</a:t>
            </a:r>
            <a:endParaRPr lang="en-US" sz="1300" dirty="0"/>
          </a:p>
        </p:txBody>
      </p:sp>
      <p:sp>
        <p:nvSpPr>
          <p:cNvPr id="10" name="arch-b-추출·정규화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1파일)</a:t>
            </a:r>
            <a:endParaRPr lang="en-US" sz="1300" dirty="0"/>
          </a:p>
        </p:txBody>
      </p:sp>
      <p:sp>
        <p:nvSpPr>
          <p:cNvPr id="22" name="arch-b-이력 DB (SQLite 1파일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45건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Claude API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Claude API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Claude API (선택)</a:t>
            </a:r>
            <a:endParaRPr lang="en-US" sz="1300" dirty="0"/>
          </a:p>
        </p:txBody>
      </p:sp>
      <p:sp>
        <p:nvSpPr>
          <p:cNvPr id="28" name="arch-b-Claude API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대체(404 → 다음 후보)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구조화 출력(JSON 스키마) + 미지원 시 텍스트 파싱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429·5xx 재시도, 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 기록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2026-09-28, claude-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2026-09-28, claude-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(2026-09-28, claude-sonnet-4-6)</a:t>
            </a:r>
            <a:endParaRPr lang="en-US" sz="1200" dirty="0"/>
          </a:p>
        </p:txBody>
      </p:sp>
      <p:sp>
        <p:nvSpPr>
          <p:cNvPr id="5" name="stat-요구서 1건 추출 평균 지연 (9건, 입력 10,872 · 출력 2,711 토큰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3.8초</a:t>
            </a:r>
            <a:endParaRPr lang="en-US" sz="4000" dirty="0"/>
          </a:p>
        </p:txBody>
      </p:sp>
      <p:sp>
        <p:nvSpPr>
          <p:cNvPr id="6" name="stat-label-요구서 1건 추출 평균 지연 (9건, 입력 10,872 · 출력 2,711 토큰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(9건, 입력 10,872 · 출력 2,711 토큰)</a:t>
            </a:r>
            <a:endParaRPr lang="en-US" sz="1200" dirty="0"/>
          </a:p>
        </p:txBody>
      </p:sp>
      <p:sp>
        <p:nvSpPr>
          <p:cNvPr id="7" name="stat-pytest 단위 테스트 통과 (추출·대조·HWPX·초안·LLM·도구 루프·사유 후보·후속 질문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45</a:t>
            </a:r>
            <a:endParaRPr lang="en-US" sz="4000" dirty="0"/>
          </a:p>
        </p:txBody>
      </p:sp>
      <p:sp>
        <p:nvSpPr>
          <p:cNvPr id="8" name="stat-label-pytest 단위 테스트 통과 (추출·대조·HWPX·초안·LLM·도구 루프·사유 후보·후속 질문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(추출·대조·HWPX·초안·LLM·도구 루프·사유 후보·후속 질문)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6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1차 24/25 → 연도 보완 규칙 후 2차 25/25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AI 보조 3종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규칙 경로 동작 확인, 도구 루프는 가짜 클라이언트로 다중 호출·오류·한도·모델 대체 검증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1"/>
                          </a:solidFill>
                        </a:rPr>
                        <a:t>실제 모델 호출 결과는 키 넣고 확인 [확인 필요]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환경변수 또는 설정 화면 세션 한정 입력 — 파일에 저장하지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PC 로컬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개인 단위 원자료(출결 명단)는 올리지 않음. ③ 집계값·④ 초안에서 개인정보 패턴 검사(주민번호·전화·이메일·학생 식별어)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1.2k · 출력 0.3k 토큰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$0.008</a:t>
            </a:r>
            <a:endParaRPr lang="en-US" sz="3000" dirty="0"/>
          </a:p>
        </p:txBody>
      </p:sp>
      <p:sp>
        <p:nvSpPr>
          <p:cNvPr id="9" name="stat-label-요구서 1건 추출 (입력 1.2k · 출력 0.3k 토큰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1.2k · 출력 0.3k 토큰)</a:t>
            </a:r>
            <a:endParaRPr lang="en-US" sz="1200" dirty="0"/>
          </a:p>
        </p:txBody>
      </p:sp>
      <p:sp>
        <p:nvSpPr>
          <p:cNvPr id="10" name="stat-시연 1회(호출 약 20회, 입력 3만 · 출력 8천 토큰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호출 약 20회, 입력 3만 · 출력 8천 토큰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1회(호출 약 20회,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3만 · 출력 8천 토큰)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 연결 테스트에서 모델별 단가와 세션 누적 추정 비용을 바로 확인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단일 PC·SQLite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공유가 필요하면 공유 폴더 DB 또는 소형 서버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2026-10-04T13:25:26Z</dcterms:created>
  <dcterms:modified xsi:type="dcterms:W3CDTF">2026-10-04T13:25:26Z</dcterms:modified>
</cp:coreProperties>
</file>