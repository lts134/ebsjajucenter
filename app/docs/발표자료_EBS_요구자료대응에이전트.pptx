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98fba5a9-fda9-a409-abf7-49f9e39a02de}">
          <p14:sldIdLst>
            <p14:sldId id="256"/>
            <p14:sldId id="257"/>
            <p14:sldId id="258"/>
          </p14:sldIdLst>
        </p14:section>
        <p14:section name="해결" id="{c4ca6ce8-f574-257e-819c-e9bdf89deadf}">
          <p14:sldIdLst>
            <p14:sldId id="259"/>
            <p14:sldId id="260"/>
            <p14:sldId id="261"/>
            <p14:sldId id="262"/>
          </p14:sldIdLst>
        </p14:section>
        <p14:section name="시연" id="{2a4139e1-ae90-dccd-0936-ea9f56677f6d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현" id="{984cb727-1c10-7355-89b8-a9264efb279d}">
          <p14:sldIdLst>
            <p14:sldId id="270"/>
            <p14:sldId id="271"/>
            <p14:sldId id="272"/>
          </p14:sldIdLst>
        </p14:section>
        <p14:section name="마무리" id="{1a3637ea-5bbc-bba8-82b5-158bc8f5fcac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시연은 새 요구서 처리 3단계를 중심으로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과거 제출값은 집계 엑셀보다 한글 공문의 표로 남아 있는 경우가 많습니다. 그래서 집계 엑셀을 따로 만들지 않아도 실적표나 회신 공문을 그대로 넣게 했습니다. 열 매핑은 담당자가 확인하고, 값은 계산하지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1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circle-2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circle-label-2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circle-3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3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제시(2단계)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자료(3단계)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제시(이력에 묻기)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담당자가 하는 일 셋, 새 요구서는 3단계로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1단계 요구서 읽기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요구서(hwp·hwpx·pdf·docx) → 항목·지표·기준일. 같은 수치를 전에 낸 적이 있는지 기록에서 찾아 붙임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2단계 수치 맞춰 보기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이번 수치(엑셀·회신 공문의 표) vs 지난번 값 — 차이 센터·단서 → 사유 문구 후보(AI) → 담당자 확정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3단계 회신 초안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빠진 항목 검사 → 예상 후속 질문(AI) → HWPX·제출 묶음 → 팀장 검토 요청</a:t>
            </a:r>
            <a:endParaRPr lang="en-US" sz="1150" dirty="0"/>
          </a:p>
        </p:txBody>
      </p:sp>
      <p:sp>
        <p:nvSpPr>
          <p:cNvPr id="20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ircle-·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circle-label-·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23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24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25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ircle-·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circle-label-·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28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답변 등록</a:t>
            </a:r>
            <a:endParaRPr lang="en-US" sz="1400" dirty="0"/>
          </a:p>
        </p:txBody>
      </p:sp>
      <p:sp>
        <p:nvSpPr>
          <p:cNvPr id="29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예전 요구서 + 그때 보낸 값(집계 엑셀·회신 공문 HWP의 표 그대로) → 기억에 저장</a:t>
            </a:r>
            <a:endParaRPr lang="en-US" sz="1150" dirty="0"/>
          </a:p>
        </p:txBody>
      </p:sp>
      <p:sp>
        <p:nvSpPr>
          <p:cNvPr id="30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circle-·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circle-label-·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33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4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요구→항목→값→사유→초안→승인 한 줄, 키워드 검색</a:t>
            </a:r>
            <a:endParaRPr lang="en-US" sz="1150" dirty="0"/>
          </a:p>
        </p:txBody>
      </p:sp>
      <p:sp>
        <p:nvSpPr>
          <p:cNvPr id="35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circle-·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circle-label-·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38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</a:t>
            </a:r>
            <a:endParaRPr lang="en-US" sz="1400" dirty="0"/>
          </a:p>
        </p:txBody>
      </p:sp>
      <p:sp>
        <p:nvSpPr>
          <p:cNvPr id="39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0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circle-·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circle-label-·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43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4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말로 물으면 조회 도구를 골라 기록을 찾고 근거와 함께 답(AI)</a:t>
            </a:r>
            <a:endParaRPr lang="en-US" sz="1150" dirty="0"/>
          </a:p>
        </p:txBody>
      </p:sp>
      <p:sp>
        <p:nvSpPr>
          <p:cNvPr id="45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윗줄 1→2→3이 '새 요구서 처리' 한 흐름(단계 표시·다음 버튼). 주황이 AI가 기억·예측·연결을 맡는 곳. 홈에서 세 가지 일로 바로 들어가며, 샘플 선택칸은 시연 모드에서만 보입니다.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2단계 ·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3단계 ·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과거 답변 등록 — 그때 낸 실적표·회신 공문(HWP)의 표를 그대로 넣는다</a:t>
            </a:r>
            <a:endParaRPr lang="en-US" sz="2800" dirty="0"/>
          </a:p>
        </p:txBody>
      </p:sp>
      <p:sp>
        <p:nvSpPr>
          <p:cNvPr id="3" name="frame-01b_열매핑.png"/>
          <p:cNvSpPr/>
          <p:nvPr/>
        </p:nvSpPr>
        <p:spPr>
          <a:xfrm>
            <a:off x="475488" y="1298448"/>
            <a:ext cx="3163824" cy="4626864"/>
          </a:xfrm>
          <a:prstGeom prst="roundRect">
            <a:avLst>
              <a:gd name="adj" fmla="val 28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1b_열매핑.png" descr="/tmp/claude-0/-home-user-ebsjajucenter/339b2177-8504-5831-abfe-1ed2cf264c84/scratchpad/deck/img/01b_열매핑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3017520" cy="4480560"/>
          </a:xfrm>
          <a:prstGeom prst="rect">
            <a:avLst/>
          </a:prstGeom>
        </p:spPr>
      </p:pic>
      <p:sp>
        <p:nvSpPr>
          <p:cNvPr id="5" name="cap-01b_열매핑.png"/>
          <p:cNvSpPr txBox="1"/>
          <p:nvPr/>
        </p:nvSpPr>
        <p:spPr>
          <a:xfrm>
            <a:off x="548640" y="5961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실적표 서식 그대로 → 표 읽는 법 확인 → 48건 변환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3108960" y="137160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실무 서식 그대로 읽음: 제목 행('… 2026. 6. 30. 기준'), 병합 머리글('개소'+'운영' → '개소 운영'), 행=센터·열=지표인 가로 펼침, 합계·주석 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화면에서 센터 열·값 열·기준일(제목 날짜가 기본값)·값 열별 지표명(사전에 있으면 정규 지표명)을 확인해 변환. 값은 옮기기만 하고 계산하지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그때 보낸 회신 공문(hwp·hwpx·docx·pdf)을 올리면 문서 안의 표를 찾아 같은 방식으로 읽고(HWP 5.0은 자동 변환), 출처에 '회신 문서 표에서 추출'이 남음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표 파일이 없으면 직접 입력. 키가 있으면 Claude가 열 매핑을 제안하되 확정은 담당자</a:t>
            </a:r>
            <a:endParaRPr lang="en-US" sz="1250" dirty="0"/>
          </a:p>
        </p:txBody>
      </p:sp>
      <p:sp>
        <p:nvSpPr>
          <p:cNvPr id="7" name="tbl-title-input"/>
          <p:cNvSpPr txBox="1"/>
          <p:nvPr/>
        </p:nvSpPr>
        <p:spPr>
          <a:xfrm>
            <a:off x="3108960" y="4160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값 입력 방식 3가지 (과거 답변 등록 · 2단계 공통)</a:t>
            </a:r>
            <a:endParaRPr lang="en-US" sz="1100" dirty="0"/>
          </a:p>
        </p:txBody>
      </p:sp>
      <p:graphicFrame>
        <p:nvGraphicFramePr>
          <p:cNvPr id="10" name="tbl-inpu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44805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받는 서식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집계 엑셀/CSV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긴 형식(지표명·센터명·기준일·값) 또는 실적표 그대로(제목·병합 머리글·가로 펼침)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'67.8%', '2026. 6. 30.' 허용 · 시트 선택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회신 문서의 표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· hwpx · docx · pdf(글자 추출 가능한 것)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5.0은 PC 안에서 자동 변환 · 암호·배포용 문서와 스캔본은 불가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직접 입력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화면에서 행 추가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건수가 적은 과거 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1단계 요구서 읽기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1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2단계 수치 맞춰 보기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2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3단계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3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승인 → 이력 →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796204"/>
          </a:xfrm>
          <a:prstGeom prst="roundRect">
            <a:avLst>
              <a:gd name="adj" fmla="val 24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649900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51769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검토·승인 — 팀장 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997788"/>
          </a:xfrm>
          <a:prstGeom prst="roundRect">
            <a:avLst>
              <a:gd name="adj" fmla="val 30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85148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43785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이력 조회 — 요구→항목→값→초안→승인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054818"/>
          </a:xfrm>
          <a:prstGeom prst="roundRect">
            <a:avLst>
              <a:gd name="adj" fmla="val 29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08514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3556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현황 —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이력에 묻기 —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·표 읽기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·표 읽기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추출·정규화·표 읽기</a:t>
            </a:r>
            <a:endParaRPr lang="en-US" sz="1300" dirty="0"/>
          </a:p>
        </p:txBody>
      </p:sp>
      <p:sp>
        <p:nvSpPr>
          <p:cNvPr id="10" name="arch-b-추출·정규화·표 읽기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docread(txt·HWP·HWPX·PDF·DOCX)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tabular(제목·병합 머리글·가로 펼침 표)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85건 → 추출 품질 점검(규칙/Claude) → 화면 흐름(홈→등록→3단계→승인→조회)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루프(이력에 묻기),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85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 + 표·문서·HWP 17 + 잘림 재시도 4)</a:t>
            </a:r>
            <a:endParaRPr lang="en-US" sz="1200" dirty="0"/>
          </a:p>
        </p:txBody>
      </p:sp>
      <p:sp>
        <p:nvSpPr>
          <p:cNvPr id="9" name="stat-홈·등록·3단계·승인·조회·현황·묻기·설정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홈·등록·3단계·승인·조회·현황·묻기·설정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홈·등록·3단계·승인·조회·현황·묻기·설정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7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2단계 후보 전부 단서·과거 사유 인용 · 3단계 1순위 질문 '타 기관 제출값과의 차이' · 이력에 묻기는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이력에 묻기는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이력 질의 도구 결과에서 직원 이름 제거. 2단계 수치·3단계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HWP(구형식)는 읽기만, 회신 출력은 HWPX.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2026-10-07T05:46:36Z</dcterms:created>
  <dcterms:modified xsi:type="dcterms:W3CDTF">2026-10-07T05:46:36Z</dcterms:modified>
</cp:coreProperties>
</file>