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0fa5e062-2ba7-1369-b460-d6f5f85aa796}">
          <p14:sldIdLst>
            <p14:sldId id="256"/>
            <p14:sldId id="257"/>
            <p14:sldId id="258"/>
          </p14:sldIdLst>
        </p14:section>
        <p14:section name="해결" id="{5db1d8ca-87b5-e514-b974-980daa56a2b5}">
          <p14:sldIdLst>
            <p14:sldId id="259"/>
            <p14:sldId id="260"/>
            <p14:sldId id="261"/>
            <p14:sldId id="262"/>
          </p14:sldIdLst>
        </p14:section>
        <p14:section name="시연" id="{57d2e76b-a3ac-2513-df9c-4ecfd1142b63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구현" id="{45af5262-431c-3eb2-1ea5-4786c7a2259c}">
          <p14:sldIdLst>
            <p14:sldId id="269"/>
            <p14:sldId id="270"/>
            <p14:sldId id="271"/>
          </p14:sldIdLst>
        </p14:section>
        <p14:section name="마무리" id="{dbb47243-9a41-ee9e-e52e-21428fdf25a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0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1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2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</a:t>
            </a:r>
            <a:endParaRPr lang="en-US" sz="1300" dirty="0"/>
          </a:p>
        </p:txBody>
      </p:sp>
      <p:sp>
        <p:nvSpPr>
          <p:cNvPr id="10" name="arch-b-추출·정규화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64건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64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6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2026-10-06T05:29:22Z</dcterms:created>
  <dcterms:modified xsi:type="dcterms:W3CDTF">2026-10-06T05:29:22Z</dcterms:modified>
</cp:coreProperties>
</file>